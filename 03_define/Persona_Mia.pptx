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B8E8"/>
                </a:solidFill>
              </a:rPr>
              <a:t>PERSONA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08CC0"/>
                </a:solidFill>
              </a:rPr>
              <a:t>Hypothese B — Der blinde Fleck der sozialen Orientierung  |  DTconsulting  |  2026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28600" y="548640"/>
            <a:ext cx="256032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548640"/>
            <a:ext cx="2560320" cy="45720"/>
          </a:xfrm>
          <a:prstGeom prst="rect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85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KURZE BESCHREIBUNG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0" y="1005840"/>
            <a:ext cx="822960" cy="822960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2C6E"/>
                </a:solidFill>
              </a:rPr>
              <a:t>Mia Hoffmann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E8A"/>
                </a:solidFill>
              </a:rPr>
              <a:t>22 Jahre · BWL/Psychologie · 3. Semester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2011680" cy="0"/>
          </a:xfrm>
          <a:prstGeom prst="line">
            <a:avLst/>
          </a:prstGeom>
          <a:noFill/>
          <a:ln w="12700">
            <a:solidFill>
              <a:srgbClr val="D5C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974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FH Köln  ·  WG, 2 Personen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Minijob Café, 10h/Woche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C1828"/>
                </a:solidFill>
              </a:rPr>
              <a:t>Gut vernetzt, gesellig, kommunikativ. Gilt als jemand der "immer weiß was Sache ist" — in Wahrheit mittelt sie die Unsicherheiten anderer zu einer gefühlten Orientierung.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5897880"/>
            <a:ext cx="2194560" cy="365760"/>
          </a:xfrm>
          <a:prstGeom prst="rect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5897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Hypothese B — Soziale Orientierung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71800" y="548640"/>
            <a:ext cx="3108960" cy="2903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71800" y="548640"/>
            <a:ext cx="3108960" cy="45720"/>
          </a:xfrm>
          <a:prstGeom prst="rect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685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CHARAKTEREIGENSCHAFT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154680" y="1005840"/>
            <a:ext cx="2743200" cy="2308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C1828"/>
                </a:solidFill>
              </a:rPr>
              <a:t>Hat soziale Orientierung zur Lernstrategie gemacht. Fragt mehrere Kommilitonen gleichzeitig, vergleicht Antworten und destilliert daraus was 'wohl wichtig sein wird'.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C1828"/>
                </a:solidFill>
              </a:rPr>
              <a:t>Das gibt ihr das Gefuehl von Kontrolle -- obwohl sie selbst weiss, dass alle nur raten. Sie nennt es 'sich absichern'. In Wahrheit ist es kollektives Raten mit beruhigender Wirkung.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71800" y="3589020"/>
            <a:ext cx="3108960" cy="2903220"/>
          </a:xfrm>
          <a:prstGeom prst="rect">
            <a:avLst/>
          </a:prstGeom>
          <a:solidFill>
            <a:srgbClr val="EDE6F5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37261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ZITAT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08960" y="3909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7B4FA6"/>
                </a:solidFill>
              </a:rPr>
              <a:t>“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3154680" y="4320540"/>
            <a:ext cx="2743200" cy="1805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i="1" dirty="0">
                <a:solidFill>
                  <a:srgbClr val="4A2C6E"/>
                </a:solidFill>
              </a:rPr>
              <a:t>Wenn alle dasselbe sagen, dann wird das wohl stimmen. Meistens jedenfalls.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548640"/>
            <a:ext cx="2834640" cy="2903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548640"/>
            <a:ext cx="2834640" cy="45720"/>
          </a:xfrm>
          <a:prstGeom prst="rect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685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VERHALTEN / KONTEXT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446520" y="1088136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1051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Schreibt vor jeder Prüfung mehrere Kommilitonen an: "Was lernst du? Was lässt du weg?"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4721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Sammelt Antworten, vergleicht sie, erstellt informelle Themenliste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46520" y="1929384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189280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Orientiert sich an Mehrheitsmeinung — lässt weg was alle weglassen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46520" y="2350008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313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Weiß dass auch die anderen nur schätzen — nutzt es trotzdem als Maßstab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46520" y="2770632"/>
            <a:ext cx="109728" cy="109728"/>
          </a:xfrm>
          <a:prstGeom prst="ellipse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Vermeidet Sprechstunden — fühlt sich dort exponiert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63640" y="3589020"/>
            <a:ext cx="2834640" cy="2903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3589020"/>
            <a:ext cx="2834640" cy="45720"/>
          </a:xfrm>
          <a:prstGeom prst="rect">
            <a:avLst/>
          </a:prstGeom>
          <a:solidFill>
            <a:srgbClr val="7B4FA6"/>
          </a:solidFill>
          <a:ln w="12700">
            <a:solidFill>
              <a:srgbClr val="7B4F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7261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B4FA6"/>
                </a:solidFill>
              </a:rPr>
              <a:t>ZIELE / JOB TO BE DONE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446520" y="4128516"/>
            <a:ext cx="109728" cy="109728"/>
          </a:xfrm>
          <a:prstGeom prst="ellipse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40919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Sicher sein was prüfungsrelevant ist — ohne es selbst herausfinden zu müssen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446520" y="4549140"/>
            <a:ext cx="109728" cy="109728"/>
          </a:xfrm>
          <a:prstGeom prst="ellipse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45125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Das Gefühl haben "das Gleiche zu machen wie alle" — als Sicherheitsnetz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446520" y="4969764"/>
            <a:ext cx="109728" cy="109728"/>
          </a:xfrm>
          <a:prstGeom prst="ellipse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49331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Keine böse Überraschung in der Prüfung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46520" y="5390388"/>
            <a:ext cx="109728" cy="109728"/>
          </a:xfrm>
          <a:prstGeom prst="ellipse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9400" y="535381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Nicht als einzige dastehen die etwas nicht wusste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81160" y="548640"/>
            <a:ext cx="2651760" cy="290322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281160" y="548640"/>
            <a:ext cx="2651760" cy="4572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64040" y="685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A5C3A"/>
                </a:solidFill>
              </a:rPr>
              <a:t>♥  GAINS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464040" y="1088136"/>
            <a:ext cx="109728" cy="10972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46920" y="1051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Soziale Bestätigung gibt Sicherheit — auch wenn sie inhaltlich leer ist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464040" y="1508760"/>
            <a:ext cx="109728" cy="10972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46920" y="14721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Geteiltes Risiko: gemeinsam weglassen fühlt sich sicherer an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464040" y="1929384"/>
            <a:ext cx="109728" cy="10972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46920" y="18928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Schnelle Orientierung ohne selbst recherchieren zu müssen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464040" y="2350008"/>
            <a:ext cx="109728" cy="109728"/>
          </a:xfrm>
          <a:prstGeom prst="ellipse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46920" y="23134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Gefühl von Gemeinschaft im Stress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281160" y="3589020"/>
            <a:ext cx="2651760" cy="2903220"/>
          </a:xfrm>
          <a:prstGeom prst="rect">
            <a:avLst/>
          </a:prstGeom>
          <a:solidFill>
            <a:srgbClr val="FDECEA"/>
          </a:solidFill>
          <a:ln w="12700">
            <a:solidFill>
              <a:srgbClr val="F0C8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281160" y="3589020"/>
            <a:ext cx="2651760" cy="4572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64040" y="37261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1A1A"/>
                </a:solidFill>
              </a:rPr>
              <a:t>⚡  PAINS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464040" y="4128516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46920" y="40919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Weiß dass kollektives Raten kein echtes Wissen ist — kann es aber nicht ersetzen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464040" y="4549140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46920" y="451256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Lernt manchmal Themen die alle für wichtig hielten — und die nicht drankamen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464040" y="4969764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46920" y="49331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Fehlendes Vertrauen in die eigene Einschätzung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464040" y="5390388"/>
            <a:ext cx="109728" cy="10972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646920" y="535381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C1828"/>
                </a:solidFill>
              </a:rPr>
              <a:t>Wenn die Gruppe in Panik gerät, gerät sie auch in Panik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4A2C6E"/>
          </a:solidFill>
          <a:ln w="12700">
            <a:solidFill>
              <a:srgbClr val="4A2C6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B8E8"/>
                </a:solidFill>
              </a:rPr>
              <a:t>Gruppe 2 — Erfahrene  |  Basis: Konzeptionell — Hypothese B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315200" y="651052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8CC0"/>
                </a:solidFill>
              </a:rPr>
              <a:t>DTconsulting — Vertraulich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2026-03-19T08:53:45Z</dcterms:created>
  <dcterms:modified xsi:type="dcterms:W3CDTF">2026-03-19T08:53:45Z</dcterms:modified>
</cp:coreProperties>
</file>