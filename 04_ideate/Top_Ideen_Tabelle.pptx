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C4E0"/>
                </a:solidFill>
              </a:rPr>
              <a:t>TOP IDEEN — BEWERTUNGSTABELLE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96B8"/>
                </a:solidFill>
              </a:rPr>
              <a:t>Persona: Mia  |  DTconsulting  | 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201168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64008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IDEE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40280" y="640080"/>
            <a:ext cx="2377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3432" y="6400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BESCHREIBUNG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17720" y="640080"/>
            <a:ext cx="201168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64008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PASSUNG ZU MIA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629400" y="640080"/>
            <a:ext cx="14630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64008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PAIN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092440" y="640080"/>
            <a:ext cx="146304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64008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GAIN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555480" y="640080"/>
            <a:ext cx="1645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8632" y="640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WKW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98755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033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Themen-Spezialist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98755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03327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Gruppe teilt Stoff auf. Jede Person wird Expertin fuer ein Thema und erklaert es den anderen.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98755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33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Dreht Mias passives Fragen-Muster um. Soziale Verantwortung gibt ihr Antrieb.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03327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Orientiert sich an anderen statt an sich selbst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92440" y="98755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03327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Kompetenz durch Verantwortung erleben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555480" y="98755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103327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3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Soziales Netzwerk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1993392"/>
            <a:ext cx="20116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391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Objektiver Lernvergleich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40280" y="1993392"/>
            <a:ext cx="237744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20391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Anonymes Dashboard zeigt Lernstand relativ zur Gruppe. Ampelfarben pro Thema — kein Ranking.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17720" y="199339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0391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Mia vergleicht sowieso — bisher blind. Gibt ihr denselben Vergleich mit echtem Inhalt.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29400" y="199339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03911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Lernfortschritt unsichtbar — weiss nicht wo sie steht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92440" y="199339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203911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Eigenen Stand einschaetzen ohne andere zu fragen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555480" y="199339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203911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1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Lernfortschritt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2999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0449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Unklarheiten sammeln + Anonyme Sprechstunde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40280" y="299923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304495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Gruppe sammelt anonym Fragen, die gebuendelt in anonymer Sprechstunde beantwortet werden.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299923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0449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Adressiert Scham vor Sprechstunden direkt. Dozent kommt auf Mias Bedingungen ins System.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29400" y="299923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304495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Meidet Sprechstunden aus Scham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92440" y="299923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304495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Unterstuetzung ohne sichtbar zu sein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555480" y="299923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30449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1+3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Lernfortschritt &amp; Soziales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8600" y="4005072"/>
            <a:ext cx="20116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0507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Lernvertrag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40280" y="4005072"/>
            <a:ext cx="237744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405079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Gegenseitiges Commitment: ich erklaere dir Thema A, du mir Thema B — bis Datum X.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17720" y="400507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40507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Nutzt soziale Verbindlichkeit als Lernmotor. Ersetzt kollektives Raten durch gegenseitiges Lehren.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629400" y="400507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4050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Startet erst wenn die Gruppe auch startet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92440" y="400507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4050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Lernen weil jemand auf sie zaehlt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555480" y="400507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46920" y="40507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3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Soziales Netzwerk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28600" y="501091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5056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A3C5E"/>
                </a:solidFill>
              </a:rPr>
              <a:t>Gemeinsames Lerntagebuch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40280" y="501091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31720" y="505663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C2B3A"/>
                </a:solidFill>
              </a:rPr>
              <a:t>Strukturiertes geteiltes Dokument — nur was verstanden wurde, kein Frage-Kanal. Kuratiert.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17720" y="5010912"/>
            <a:ext cx="20116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5056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3C5E"/>
                </a:solidFill>
              </a:rPr>
              <a:t>Nur wenn streng kuratiert. Dreht ihr Muster um: von Angst-Orientierung zu Wissens-Orientierung.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29400" y="5010912"/>
            <a:ext cx="146304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20840" y="505663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1A1A"/>
                </a:solidFill>
              </a:rPr>
              <a:t>Keine Orientierung was wirklich wichtig ist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092440" y="5010912"/>
            <a:ext cx="146304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83880" y="505663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5C3A"/>
                </a:solidFill>
              </a:rPr>
              <a:t>Lernqualitaet der Gruppe sehen statt Panik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9555480" y="5010912"/>
            <a:ext cx="164592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D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46920" y="505663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WKW 5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7A4A00"/>
                </a:solidFill>
              </a:rPr>
              <a:t>Lernqualitaet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6565392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96B8"/>
                </a:solidFill>
              </a:rPr>
              <a:t>Phase 4 — Ideen finden  |  Top 5 Ideen fuer Mia  |  DTconsulting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2026-03-19T11:21:22Z</dcterms:created>
  <dcterms:modified xsi:type="dcterms:W3CDTF">2026-03-19T11:21:22Z</dcterms:modified>
</cp:coreProperties>
</file>