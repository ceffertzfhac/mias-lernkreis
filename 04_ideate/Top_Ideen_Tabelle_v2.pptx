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C4E0"/>
                </a:solidFill>
              </a:rPr>
              <a:t>TOP IDEEN — BEWERTUNGSTABELLE  (v2)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96B8"/>
                </a:solidFill>
              </a:rPr>
              <a:t>Persona: Mia  |  DTconsulting  |  2026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2011680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64008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IDEE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240280" y="640080"/>
            <a:ext cx="2377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13432" y="6400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BESCHREIBUNG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617720" y="640080"/>
            <a:ext cx="2011680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64008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PASSUNG ZU MIA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629400" y="640080"/>
            <a:ext cx="14630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64008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PAIN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092440" y="640080"/>
            <a:ext cx="1463040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64008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GAIN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555480" y="640080"/>
            <a:ext cx="16459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28632" y="64008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WKW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98755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0332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3C5E"/>
                </a:solidFill>
              </a:rPr>
              <a:t>Individuelles Staerken-Schwaechen-Profil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40280" y="987552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103327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C2B3A"/>
                </a:solidFill>
              </a:rPr>
              <a:t>Selbstdiagnose-Tool: Mia sieht ihre eigenen Staerken und Luecken pro Thema — sowie ihren Lernfortschritt ueber Zeit. Keine Fremdreferenz.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17720" y="987552"/>
            <a:ext cx="20116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332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3C5E"/>
                </a:solidFill>
              </a:rPr>
              <a:t>Ersetzt den sozialen Vergleich durch einen ehrlichen inneren Spiegel. Das Profil entscheidet wer Experte fuer welches Thema wird.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29400" y="987552"/>
            <a:ext cx="146304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03327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1A1A"/>
                </a:solidFill>
              </a:rPr>
              <a:t>Lernfortschritt unsichtbar — weiss nicht wo sie wirklich steht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092440" y="987552"/>
            <a:ext cx="146304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103327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5C3A"/>
                </a:solidFill>
              </a:rPr>
              <a:t>Eigene Staerken kennen und gezielt einsetzen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555480" y="987552"/>
            <a:ext cx="16459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10332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WKW 1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Lernfortschritt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" y="1993392"/>
            <a:ext cx="2011680" cy="1005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0391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3C5E"/>
                </a:solidFill>
              </a:rPr>
              <a:t>Themen-Spezialist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40280" y="1993392"/>
            <a:ext cx="2377440" cy="1005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203911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C2B3A"/>
                </a:solidFill>
              </a:rPr>
              <a:t>Gruppe teilt Stoff auf — basierend auf individuellem Profil. Wer stark in Thema A ist wird Experte, erklaert es den anderen und vertieft es dadurch selbst.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17720" y="1993392"/>
            <a:ext cx="20116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0391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3C5E"/>
                </a:solidFill>
              </a:rPr>
              <a:t>Dreht Mias passives Fragen-Muster um. Datengetriebene Expertenauswahl statt sozialer Zufallsverteilung. Verantwortung als Lernmotor.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29400" y="1993392"/>
            <a:ext cx="146304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203911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1A1A"/>
                </a:solidFill>
              </a:rPr>
              <a:t>Orientiert sich an anderen statt an sich selbst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092440" y="1993392"/>
            <a:ext cx="146304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203911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5C3A"/>
                </a:solidFill>
              </a:rPr>
              <a:t>Kompetenz durch Verantwortung erleben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555480" y="1993392"/>
            <a:ext cx="16459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46920" y="203911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WKW 3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Soziales Netzwerk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2999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04495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3C5E"/>
                </a:solidFill>
              </a:rPr>
              <a:t>Lernvertrag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40280" y="2999232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304495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C2B3A"/>
                </a:solidFill>
              </a:rPr>
              <a:t>Gegenseitiges Commitment auf Basis der Profile: ich erklaere dir Thema A, du mir Thema B — bis Datum X. Verbindlich, aber niedrigschwellig.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17720" y="2999232"/>
            <a:ext cx="20116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04495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3C5E"/>
                </a:solidFill>
              </a:rPr>
              <a:t>Nutzt soziale Verbindlichkeit als Lernmotor. Ersetzt kollektives Raten durch gegenseitiges Lehren mit klarer Rollenverteilung.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629400" y="2999232"/>
            <a:ext cx="146304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304495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1A1A"/>
                </a:solidFill>
              </a:rPr>
              <a:t>Startet erst wenn die Gruppe auch startet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092440" y="2999232"/>
            <a:ext cx="146304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83880" y="304495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5C3A"/>
                </a:solidFill>
              </a:rPr>
              <a:t>Lernen weil jemand auf sie zaehlt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555480" y="2999232"/>
            <a:ext cx="16459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46920" y="30449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WKW 3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Soziales Netzwerk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28600" y="4005072"/>
            <a:ext cx="2011680" cy="1005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05079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3C5E"/>
                </a:solidFill>
              </a:rPr>
              <a:t>Gemeinsames Lerntagebuch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40280" y="4005072"/>
            <a:ext cx="2377440" cy="1005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31720" y="405079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C2B3A"/>
                </a:solidFill>
              </a:rPr>
              <a:t>Strukturiertes geteiltes Dokument — nur was verstanden wurde. Kein Frage-Kanal. Wissensaufbau der Gruppe wird sichtbar gemacht.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17720" y="4005072"/>
            <a:ext cx="20116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405079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3C5E"/>
                </a:solidFill>
              </a:rPr>
              <a:t>Nur wenn streng kuratiert. Dreht ihr Muster um: von Angst-Orientierung zu Wissens-Orientierung. Lernqualitaet statt Panik.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629400" y="4005072"/>
            <a:ext cx="146304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405079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1A1A"/>
                </a:solidFill>
              </a:rPr>
              <a:t>Keine Orientierung was wirklich wichtig ist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092440" y="4005072"/>
            <a:ext cx="146304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83880" y="405079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5C3A"/>
                </a:solidFill>
              </a:rPr>
              <a:t>Lernqualitaet der Gruppe sehen statt Panik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555480" y="4005072"/>
            <a:ext cx="16459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46920" y="40507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WKW 5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Lernqualitaet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28600" y="501091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505663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3C5E"/>
                </a:solidFill>
              </a:rPr>
              <a:t>Unklarheiten sammeln + Anonyme Sprechstunde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240280" y="5010912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31720" y="505663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C2B3A"/>
                </a:solidFill>
              </a:rPr>
              <a:t>Gruppe sammelt anonym offene Fragen. Gebuendelt in anonymer Sprechstunde beantwortet — niemand sieht wer gefragt hat.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617720" y="5010912"/>
            <a:ext cx="20116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09160" y="505663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3C5E"/>
                </a:solidFill>
              </a:rPr>
              <a:t>Adressiert Scham vor Sprechstunden direkt. Dozent kommt auf Mias Bedingungen ins System. Luecken aus Profil fliessen automatisch ein.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629400" y="5010912"/>
            <a:ext cx="146304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20840" y="505663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1A1A"/>
                </a:solidFill>
              </a:rPr>
              <a:t>Meidet Sprechstunden aus Scham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092440" y="5010912"/>
            <a:ext cx="146304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83880" y="505663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5C3A"/>
                </a:solidFill>
              </a:rPr>
              <a:t>Unterstuetzung ohne sichtbar zu sein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9555480" y="5010912"/>
            <a:ext cx="16459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646920" y="505663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WKW 1+3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Lernfortschritt &amp; Soziales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6565392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96B8"/>
                </a:solidFill>
              </a:rPr>
              <a:t>Phase 4 — Ideen finden  |  Top 5 Ideen fuer Mia  |  DTconsulting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2026-03-19T11:34:11Z</dcterms:created>
  <dcterms:modified xsi:type="dcterms:W3CDTF">2026-03-19T11:34:11Z</dcterms:modified>
</cp:coreProperties>
</file>