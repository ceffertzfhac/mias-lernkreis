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C4E0"/>
                </a:solidFill>
              </a:rPr>
              <a:t>IDEA NAPKIN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96B8"/>
                </a:solidFill>
              </a:rPr>
              <a:t>Mias Lernjourney  |  DTconsulting  | 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1161288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73152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17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Mias Lernkreis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4E0"/>
                </a:solidFill>
              </a:rPr>
              <a:t>Ein soziales Lernbegleitsystem das Mias gesamte Pruefungsvorbereitung strukturiert — vom individuellen Profil bis zur anonymen Sprechstunde.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35440" y="713232"/>
            <a:ext cx="265176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71323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</a:rPr>
              <a:t>⚠  Onboarding-Problem: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</a:rPr>
              <a:t>Gruppe muss erst gefunden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</a:rPr>
              <a:t>und gemeinsam gestartet werden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013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75B6"/>
                </a:solidFill>
              </a:rPr>
              <a:t>FÜR WEN?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" y="2057400"/>
            <a:ext cx="3383280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30552"/>
            <a:ext cx="3328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2B3A"/>
                </a:solidFill>
              </a:rPr>
              <a:t>Mia — 22 Jahre, BWL/Psych, FH Köln. Lernt sozial, rät kollektiv, traut dem eigenen Urteil nicht. Sucht Sicherheit durch Gruppe — braucht aber echtes Wissen statt Panik.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16916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691640"/>
            <a:ext cx="36576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8013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C0392B"/>
                </a:solidFill>
              </a:rPr>
              <a:t>WELCHES PROBLEM WIRD GELOEST?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251960" y="2057400"/>
            <a:ext cx="3383280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2130552"/>
            <a:ext cx="3328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2B3A"/>
                </a:solidFill>
              </a:rPr>
              <a:t>Mia weiss nicht wo sie im Lernprozess steht. Ihre Ziele sind unsichtbar. Sie lernt viel — aber weiss nie ob es das Richtige ist. Feedback kommt erst nach der Pruefung.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16916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1691640"/>
            <a:ext cx="36576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18013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7377"/>
                </a:solidFill>
              </a:rPr>
              <a:t>WAS MACHT DIE IDEE EINZIGARTIG?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366760" y="2057400"/>
            <a:ext cx="3383280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2130552"/>
            <a:ext cx="3328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2B3A"/>
                </a:solidFill>
              </a:rPr>
              <a:t>Die Lernjourney nutzt Mias soziales Verhalten als Hebel — dreht es aber um. Statt kollektivem Raten: datengetriebene Rollenverteilung, gegenseitige Verantwortung, anonyme Hilfe ohne Scham.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3832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383280"/>
            <a:ext cx="3657600" cy="5486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930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A5C3A"/>
                </a:solidFill>
              </a:rPr>
              <a:t>WAS BRINGT ES DEM NUTZER?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1480" y="3749040"/>
            <a:ext cx="3383280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82219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Eigene Staerken kennen und als Expertin einsetzen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38912" y="410565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Lernfortschritt sichtbar machen — ohne Fremdvergleich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38912" y="4389120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Unterstuetzung bekommen ohne sichtbar und blosgestellt zu sein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38912" y="467258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Kompetenz erleben — nicht nur Glueck haben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114800" y="3383280"/>
            <a:ext cx="7772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0" y="3383280"/>
            <a:ext cx="7772400" cy="5486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3493008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A3C5E"/>
                </a:solidFill>
              </a:rPr>
              <a:t>WIE FUNKTIONIERT ES?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251960" y="3749040"/>
            <a:ext cx="7498080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3822192"/>
            <a:ext cx="7443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1  Selbstdiagnose → individuelles Staerken-Schwaechen-Profil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279392" y="4105656"/>
            <a:ext cx="7443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2  Expertenauswahl → Themen-Spezialist auf Basis des Profils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279392" y="4389120"/>
            <a:ext cx="7443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3  Lernvertrag → gegenseitiges Commitment in der Gruppe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279392" y="4672584"/>
            <a:ext cx="7443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4  Gemeinsames Q&amp;A → Wissen sichern, Luecken sichtbar machen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279392" y="4956048"/>
            <a:ext cx="7443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3A"/>
                </a:solidFill>
              </a:rPr>
              <a:t>5  Anonyme Sprechstunde → gebundelte Fragen, kein Gesichtsverlust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6565392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96B8"/>
                </a:solidFill>
              </a:rPr>
              <a:t>Phase 5 — Prototypen  |  Idea Napkin  |  Mias Lernjourney  |  DTconsulting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2026-03-19T13:29:07Z</dcterms:created>
  <dcterms:modified xsi:type="dcterms:W3CDTF">2026-03-19T13:29:07Z</dcterms:modified>
</cp:coreProperties>
</file>