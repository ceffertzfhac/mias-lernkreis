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0A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5547848" cy="132588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292608"/>
            <a:ext cx="5328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1828"/>
                </a:solidFill>
              </a:rPr>
              <a:t>Name der Idee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10896" y="548640"/>
            <a:ext cx="53283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C1828"/>
                </a:solidFill>
              </a:rPr>
              <a:t>Mias Lernkreis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C1828"/>
                </a:solidFill>
              </a:rPr>
              <a:t>Ein soziales Lernbegleitsystem das Mias gesamte Pruefungsvorbereitung strukturiert — vom individuellen Profil bis zur anonymen Sprechstunde.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01168" y="1728216"/>
            <a:ext cx="5547848" cy="192024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1819656"/>
            <a:ext cx="5328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1828"/>
                </a:solidFill>
              </a:rPr>
              <a:t>Wie funktioniert die Idee?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10896" y="2075688"/>
            <a:ext cx="532839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C1828"/>
                </a:solidFill>
              </a:rPr>
              <a:t>0  Onboarding — Gruppe finden &amp; gemeinsam starten (offenes Problem)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C1828"/>
                </a:solidFill>
              </a:rPr>
              <a:t>1  Selbstdiagnose → individuelles Staerken-Schwaechen-Profil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C1828"/>
                </a:solidFill>
              </a:rPr>
              <a:t>2  Verantwortung → Themen-Spezialist auf Basis des Profils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C1828"/>
                </a:solidFill>
              </a:rPr>
              <a:t>3  Wissen sichern → gemeinsames kuratiertes Q&amp;A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C1828"/>
                </a:solidFill>
              </a:rPr>
              <a:t>4  Luecken schliessen → anonyme Sprechstunde ohne Scham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3849624"/>
            <a:ext cx="5547848" cy="118872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3941064"/>
            <a:ext cx="5328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1828"/>
                </a:solidFill>
              </a:rPr>
              <a:t>Welche Ressourcen werden fuer die Idee benoetigt?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10896" y="4197096"/>
            <a:ext cx="53283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C1828"/>
                </a:solidFill>
              </a:rPr>
              <a:t>Digitale Plattform (App / Web)  ·  Hochschulpartnerschaften fuer Dozenten-Einbindung  ·  Algorithmus fuer Profil &amp; Expertenauswahl  ·  Anonymisierungs-Technologie fuer Sprechstunden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1168" y="5239512"/>
            <a:ext cx="2673340" cy="123444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5330952"/>
            <a:ext cx="24538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1828"/>
                </a:solidFill>
              </a:rPr>
              <a:t>Warum hilft die Idee den Nutzern?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0896" y="5586984"/>
            <a:ext cx="24538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C1828"/>
                </a:solidFill>
              </a:rPr>
              <a:t>Nutzt Mias soziales Verhalten als Hebel — dreht kollektives Raten in echtes Lernen um. Kompetenz erleben statt Glueck haben.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75676" y="5239512"/>
            <a:ext cx="2673340" cy="123444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5404" y="5330952"/>
            <a:ext cx="24538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1828"/>
                </a:solidFill>
              </a:rPr>
              <a:t>Was war die zentrale Erkenntnis (Key Insight)?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85404" y="5586984"/>
            <a:ext cx="24538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C1828"/>
                </a:solidFill>
              </a:rPr>
              <a:t>Mia braucht kein besseres Material. Sie braucht ein verlässliches Signal waehrend des Lernens — und Unterstuetzung ohne Scham.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50184" y="201168"/>
            <a:ext cx="6010168" cy="645566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59912" y="292608"/>
            <a:ext cx="5790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1828"/>
                </a:solidFill>
              </a:rPr>
              <a:t>Zeichne die Idee in der Anwendung!</a:t>
            </a:r>
            <a:endParaRPr lang="en-US" sz="850" dirty="0"/>
          </a:p>
        </p:txBody>
      </p:sp>
      <p:pic>
        <p:nvPicPr>
          <p:cNvPr id="19" name="Image 0" descr="/home/claude/lernkre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8200" y="2005994"/>
            <a:ext cx="5754136" cy="313862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078200" y="2005994"/>
            <a:ext cx="2194560" cy="438912"/>
          </a:xfrm>
          <a:prstGeom prst="rect">
            <a:avLst/>
          </a:prstGeom>
          <a:solidFill>
            <a:srgbClr val="C0392B">
              <a:alpha val="9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69640" y="200599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</a:rPr>
              <a:t>⚠  Onboarding offen: Gruppe muss erst gefunden und gemeinsam gestartet werden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2026-03-19T13:35:05Z</dcterms:created>
  <dcterms:modified xsi:type="dcterms:W3CDTF">2026-03-19T13:35:05Z</dcterms:modified>
</cp:coreProperties>
</file>